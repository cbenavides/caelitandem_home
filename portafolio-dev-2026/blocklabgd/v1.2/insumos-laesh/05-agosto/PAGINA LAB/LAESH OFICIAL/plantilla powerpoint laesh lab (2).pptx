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0" r:id="rId2"/>
    <p:sldMasterId id="2147483672" r:id="rId3"/>
    <p:sldMasterId id="2147483684" r:id="rId4"/>
    <p:sldMasterId id="2147483708" r:id="rId5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56A2"/>
    <a:srgbClr val="7BB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B376C-C628-4F81-9822-A3B296CD7AD1}" type="datetimeFigureOut">
              <a:rPr lang="es-MX" smtClean="0"/>
              <a:t>04/05/2022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0F394-8C93-4825-B34D-8926E5BBCB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02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0F394-8C93-4825-B34D-8926E5BBCB3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3444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0F394-8C93-4825-B34D-8926E5BBCB3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919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0F394-8C93-4825-B34D-8926E5BBCB3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1908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50F394-8C93-4825-B34D-8926E5BBCB3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21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65027-C66F-4DC6-AEBE-C8DA2D87A8E4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1251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7F8B-9854-45A8-A9B1-3EE63B0F04DB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396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2B62-2500-4283-B1F0-5BC60A922B05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605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24BD-7A4A-4328-B583-D0E3A31B16CF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648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0F5D-0202-448B-B461-1C2B588A6867}" type="datetime1">
              <a:rPr lang="es-MX" smtClean="0"/>
              <a:t>04/05/2022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256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8C30-B624-4E7F-BAA7-7591CFD97891}" type="datetime1">
              <a:rPr lang="es-MX" smtClean="0"/>
              <a:t>04/05/2022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8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5EA9-ADDE-4EB8-A7A0-8ACCD6036E8E}" type="datetime1">
              <a:rPr lang="es-MX" smtClean="0"/>
              <a:t>04/05/2022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40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50332-30C0-4E41-964A-520EB3A5A85F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62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11B03-533E-4C9E-9FAB-90A26E1A7BD0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140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68D7-5E54-4041-B62B-F5234B62E012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516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92B6F-E08A-409C-A029-4FE81DA3ADF6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2775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01C6-CB93-41C6-B910-BA520C6DED43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8903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B0E1-86C7-4B6C-B729-80875EFE5F9D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2046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3B659-7F7E-4094-8000-C0EEC1271F36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964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4BDCC-D1A0-47D5-8F86-C1B96BED928A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33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6585-7E33-4EE6-BBF5-3F4CA15A62E1}" type="datetime1">
              <a:rPr lang="es-MX" smtClean="0"/>
              <a:t>04/05/2022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3537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5D995-1169-43A4-9497-3184A115ACFF}" type="datetime1">
              <a:rPr lang="es-MX" smtClean="0"/>
              <a:t>04/05/2022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4682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C798-B440-45A7-B583-34E566DECC94}" type="datetime1">
              <a:rPr lang="es-MX" smtClean="0"/>
              <a:t>04/05/2022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193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9E21-E190-4263-B307-7A2E8D15E3BA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6994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1286-44F3-4232-A76A-0FD4D4FB8B44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5751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FCD2-AC42-4581-8085-CB0435F47022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3962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EACF3-D3AD-44A8-9028-EC6F7731521C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5083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D5B8-5977-4D9C-96D0-12B7CB3BE359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99622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8AE4D-11B0-4BD0-A888-0D37CD4B12AA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98018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3557-94DE-48B5-9C4C-9060B48CFAF6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417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33AC-12D4-4DFF-BA4F-CAB07C4E2E1F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25010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CF76-5116-4049-B4B0-1914FD08BA02}" type="datetime1">
              <a:rPr lang="es-MX" smtClean="0"/>
              <a:t>04/05/2022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5767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F4F0-44C4-4F53-9E83-B0EEBC4C7A9C}" type="datetime1">
              <a:rPr lang="es-MX" smtClean="0"/>
              <a:t>04/05/2022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8802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7354-84D5-49F2-B8E1-71BE5C5C8656}" type="datetime1">
              <a:rPr lang="es-MX" smtClean="0"/>
              <a:t>04/05/2022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79703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F5DC-AE9C-42C5-9CF4-D5C27C9D573A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4977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4DDAE-2982-4E32-B88B-E23B37D21CB2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89548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472-48A5-44F0-92F8-AC0E209426BB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069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C9F4-D726-49AC-8012-C5FD511B1B28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63516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62E58-A323-4B70-AF7C-E13B0D12C192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43031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60569-F6C2-4063-B229-22596752087D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57701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DA94-37CC-4428-9302-257E18178CB5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0534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475FA-387E-46E5-A57B-0FC1E191CB98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01490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CB0CA-D8A9-4096-B071-546EDB099368}" type="datetime1">
              <a:rPr lang="es-MX" smtClean="0"/>
              <a:t>04/05/2022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07767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8CC0-CCEA-4EA6-B8FC-621572CDA13F}" type="datetime1">
              <a:rPr lang="es-MX" smtClean="0"/>
              <a:t>04/05/2022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9160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79676-5030-4A21-8EAB-554008978E91}" type="datetime1">
              <a:rPr lang="es-MX" smtClean="0"/>
              <a:t>04/05/2022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47164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7F267-6FFE-4A91-9F96-C442497AA1ED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61117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6AE56-FB67-4DBF-B4F2-75ED464176B4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12672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1B22-32C6-413C-8BFC-1534E7AAC22F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60363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B1958-549F-400D-AF75-24AE84F1B151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70363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FBDB8-E07D-42B2-955C-0A5191CFA43C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67084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7F25-B3DA-452E-B861-9875792F285C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8318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FFE46-B1F5-4EB5-8520-E5A5F757DC22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00336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874F1-0DE0-46D7-A93D-BD96C945B401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5732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1489B-8243-4458-A333-B48C24A6A778}" type="datetime1">
              <a:rPr lang="es-MX" smtClean="0"/>
              <a:t>04/05/2022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5400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A76-34CC-4C00-BAD7-CA3C2E2E4EE9}" type="datetime1">
              <a:rPr lang="es-MX" smtClean="0"/>
              <a:t>04/05/2022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77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97CB2-EA5B-4BD7-B635-3BE3AA36B1CC}" type="datetime1">
              <a:rPr lang="es-MX" smtClean="0"/>
              <a:t>04/05/2022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22916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04F4-47FE-4D04-96F8-B3C323CD5181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94882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691D-F2DF-4D53-865F-E3B13364FB08}" type="datetime1">
              <a:rPr lang="es-MX" smtClean="0"/>
              <a:t>04/05/2022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78789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461B-811B-4AFC-BF2D-0C4F3F7E8F9D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83497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B154-06F1-4133-A072-9346E23CF2D9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955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" y="6311901"/>
            <a:ext cx="12190489" cy="5461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705510" y="365125"/>
            <a:ext cx="9648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05510" y="1825625"/>
            <a:ext cx="9648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A65E7248-0C07-445E-AC9D-21974F7D927E}" type="datetime1">
              <a:rPr lang="es-MX" smtClean="0"/>
              <a:t>04/05/2022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1ABED6DF-7EC4-4411-9772-BC510BEDAB49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751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7BBF2D"/>
          </a:solidFill>
          <a:latin typeface="Mosquito Std Black" panose="00000A0000000002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956A2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956A2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956A2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956A2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956A2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" y="0"/>
            <a:ext cx="12190473" cy="685885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" y="6311901"/>
            <a:ext cx="12190489" cy="5461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705510" y="365125"/>
            <a:ext cx="9648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05510" y="1825625"/>
            <a:ext cx="9648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803E4F62-0858-4DDA-894D-3AE6D03F9486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1ABED6DF-7EC4-4411-9772-BC510BEDAB4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14" y="327492"/>
            <a:ext cx="1219991" cy="1363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71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7BBF2D"/>
          </a:solidFill>
          <a:latin typeface="Mosquito Std Black" panose="00000A0000000002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" y="0"/>
            <a:ext cx="12190473" cy="685885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" y="6311901"/>
            <a:ext cx="12190489" cy="5461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705510" y="365125"/>
            <a:ext cx="9648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05510" y="1825625"/>
            <a:ext cx="9648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95CF2C94-1FE8-4B6E-B49D-18C8982CA9E8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1ABED6DF-7EC4-4411-9772-BC510BEDAB4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14" y="327492"/>
            <a:ext cx="1219991" cy="1363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700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Mosquito Std Black" panose="00000A0000000002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" y="0"/>
            <a:ext cx="12190471" cy="685885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" y="6311901"/>
            <a:ext cx="12190489" cy="5461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705510" y="365125"/>
            <a:ext cx="9648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05510" y="1825625"/>
            <a:ext cx="9648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ABE936BD-1F5A-4E75-951C-39791E9FF477}" type="datetime1">
              <a:rPr lang="es-MX" smtClean="0"/>
              <a:t>04/05/2022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1ABED6DF-7EC4-4411-9772-BC510BEDAB4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14" y="327492"/>
            <a:ext cx="1219991" cy="13631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62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7BBF2D"/>
          </a:solidFill>
          <a:latin typeface="Mosquito Std Black" panose="00000A0000000002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" y="6311901"/>
            <a:ext cx="12190489" cy="5461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705510" y="365125"/>
            <a:ext cx="9648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705510" y="1825625"/>
            <a:ext cx="9648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602400B4-6773-469E-8490-3EB055A14123}" type="datetime1">
              <a:rPr lang="es-MX" smtClean="0"/>
              <a:t>04/05/2022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fld id="{1ABED6DF-7EC4-4411-9772-BC510BEDAB49}" type="slidenum">
              <a:rPr lang="es-MX" smtClean="0"/>
              <a:pPr/>
              <a:t>‹Nº›</a:t>
            </a:fld>
            <a:endParaRPr lang="es-MX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14" y="327492"/>
            <a:ext cx="1219991" cy="13631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84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956A2"/>
          </a:solidFill>
          <a:latin typeface="Mosquito Std Black" panose="00000A0000000002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</a:schemeClr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482437" y="4225492"/>
            <a:ext cx="9144000" cy="554326"/>
          </a:xfrm>
        </p:spPr>
        <p:txBody>
          <a:bodyPr/>
          <a:lstStyle/>
          <a:p>
            <a:r>
              <a:rPr lang="es-MX" dirty="0" smtClean="0"/>
              <a:t>Plantilla de Power Point</a:t>
            </a:r>
            <a:endParaRPr lang="es-MX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4156364" y="4114799"/>
            <a:ext cx="3761509" cy="0"/>
          </a:xfrm>
          <a:prstGeom prst="line">
            <a:avLst/>
          </a:prstGeom>
          <a:ln>
            <a:solidFill>
              <a:srgbClr val="7BBF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86" y="1717633"/>
            <a:ext cx="7534390" cy="1635009"/>
          </a:xfrm>
          <a:prstGeom prst="rect">
            <a:avLst/>
          </a:prstGeom>
        </p:spPr>
      </p:pic>
      <p:sp>
        <p:nvSpPr>
          <p:cNvPr id="9" name="Marcador de fecha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97051-BEA2-4DB9-BFE5-3D1D57F47C80}" type="datetime1">
              <a:rPr lang="es-MX" smtClean="0"/>
              <a:t>04/05/2022</a:t>
            </a:fld>
            <a:endParaRPr lang="es-MX"/>
          </a:p>
        </p:txBody>
      </p:sp>
      <p:sp>
        <p:nvSpPr>
          <p:cNvPr id="10" name="Marcador de pie de página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078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Formato #2</a:t>
            </a:r>
            <a:endParaRPr lang="es-MX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Plantilla Power Point / </a:t>
            </a:r>
            <a:r>
              <a:rPr lang="es-MX" dirty="0" err="1" smtClean="0"/>
              <a:t>Laesh</a:t>
            </a:r>
            <a:r>
              <a:rPr lang="es-MX" dirty="0" smtClean="0"/>
              <a:t> </a:t>
            </a:r>
            <a:r>
              <a:rPr lang="es-MX" dirty="0" err="1" smtClean="0"/>
              <a:t>Lab</a:t>
            </a:r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BB13-BECC-4245-BD6D-0753D1712D7B}" type="datetime1">
              <a:rPr lang="es-MX" smtClean="0"/>
              <a:t>04/05/2022</a:t>
            </a:fld>
            <a:endParaRPr lang="es-MX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538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Formato #3</a:t>
            </a:r>
            <a:endParaRPr lang="es-MX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Plantilla Power Point / </a:t>
            </a:r>
            <a:r>
              <a:rPr lang="es-MX" dirty="0" err="1" smtClean="0"/>
              <a:t>Laesh</a:t>
            </a:r>
            <a:r>
              <a:rPr lang="es-MX" dirty="0" smtClean="0"/>
              <a:t> </a:t>
            </a:r>
            <a:r>
              <a:rPr lang="es-MX" dirty="0" err="1" smtClean="0"/>
              <a:t>Lab</a:t>
            </a:r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BB13-BECC-4245-BD6D-0753D1712D7B}" type="datetime1">
              <a:rPr lang="es-MX" smtClean="0"/>
              <a:t>04/05/2022</a:t>
            </a:fld>
            <a:endParaRPr lang="es-MX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0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Formato #4</a:t>
            </a:r>
            <a:endParaRPr lang="es-MX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Plantilla Power Point / </a:t>
            </a:r>
            <a:r>
              <a:rPr lang="es-MX" dirty="0" err="1" smtClean="0"/>
              <a:t>Laesh</a:t>
            </a:r>
            <a:r>
              <a:rPr lang="es-MX" dirty="0" smtClean="0"/>
              <a:t> </a:t>
            </a:r>
            <a:r>
              <a:rPr lang="es-MX" dirty="0" err="1" smtClean="0"/>
              <a:t>Lab</a:t>
            </a:r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BB13-BECC-4245-BD6D-0753D1712D7B}" type="datetime1">
              <a:rPr lang="es-MX" smtClean="0"/>
              <a:t>04/05/2022</a:t>
            </a:fld>
            <a:endParaRPr lang="es-MX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43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Formato #4</a:t>
            </a:r>
            <a:endParaRPr lang="es-MX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524000" y="3615686"/>
            <a:ext cx="9144000" cy="1655762"/>
          </a:xfrm>
        </p:spPr>
        <p:txBody>
          <a:bodyPr/>
          <a:lstStyle/>
          <a:p>
            <a:r>
              <a:rPr lang="es-MX" dirty="0" smtClean="0"/>
              <a:t>Plantilla Power Point / </a:t>
            </a:r>
            <a:r>
              <a:rPr lang="es-MX" dirty="0" err="1" smtClean="0"/>
              <a:t>Laesh</a:t>
            </a:r>
            <a:r>
              <a:rPr lang="es-MX" dirty="0" smtClean="0"/>
              <a:t> </a:t>
            </a:r>
            <a:r>
              <a:rPr lang="es-MX" dirty="0" err="1" smtClean="0"/>
              <a:t>Lab</a:t>
            </a:r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6BB13-BECC-4245-BD6D-0753D1712D7B}" type="datetime1">
              <a:rPr lang="es-MX" smtClean="0"/>
              <a:t>04/05/2022</a:t>
            </a:fld>
            <a:endParaRPr lang="es-MX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Plantilla de Power Point / Laesh Lab</a:t>
            </a:r>
            <a:endParaRPr lang="es-MX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ED6DF-7EC4-4411-9772-BC510BEDAB4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960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89</Words>
  <Application>Microsoft Office PowerPoint</Application>
  <PresentationFormat>Panorámica</PresentationFormat>
  <Paragraphs>28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Arial</vt:lpstr>
      <vt:lpstr>Calibri</vt:lpstr>
      <vt:lpstr>Gill Sans MT</vt:lpstr>
      <vt:lpstr>Mosquito Std Black</vt:lpstr>
      <vt:lpstr>4_Tema de Office</vt:lpstr>
      <vt:lpstr>1_Tema de Office</vt:lpstr>
      <vt:lpstr>2_Tema de Office</vt:lpstr>
      <vt:lpstr>3_Tema de Office</vt:lpstr>
      <vt:lpstr>5_Tema de Office</vt:lpstr>
      <vt:lpstr>Presentación de PowerPoint</vt:lpstr>
      <vt:lpstr>Formato #2</vt:lpstr>
      <vt:lpstr>Formato #3</vt:lpstr>
      <vt:lpstr>Formato #4</vt:lpstr>
      <vt:lpstr>Formato #4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Miruchis</dc:creator>
  <cp:lastModifiedBy>User</cp:lastModifiedBy>
  <cp:revision>4</cp:revision>
  <dcterms:created xsi:type="dcterms:W3CDTF">2021-07-29T04:24:16Z</dcterms:created>
  <dcterms:modified xsi:type="dcterms:W3CDTF">2022-05-05T00:39:18Z</dcterms:modified>
</cp:coreProperties>
</file>